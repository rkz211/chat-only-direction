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is a scouting report from ahead of the market. Everything in this deck happened; every number is verifiable in public GitHub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wrong iteration costs minutes and is shown to you immediately, planning depth stops mattering. 334 commits, no monolithic feature branches anywhere in the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asymmetry: model progress ages every number in this deck in the method's favor, while the judgment functions were never capability-limited. The method knows how to revise itself; it has already done so once in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652" y="69165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CHAT-ONLY DIRECTION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" y="178308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Directing Software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Conversation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34290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kind of software development — one human, zero lines of code written, zero lines read, a production system shipped.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Roark Pinkerton (RKZ)   ·   github.com/rkz211/chat-only-direction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was predicted — forty years ago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4114800" cy="3063240"/>
          </a:xfrm>
          <a:prstGeom prst="roundRect">
            <a:avLst>
              <a:gd name="adj" fmla="val 238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6304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secret is that it is grown, not built... Grow, don’t build, software.”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Frederick P. Brooks, Jr.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Silver Bullet” (1986)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5661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Brooks argued the hard part of software was never the typing — it was specification and design. Implementation is “accident,” not essence.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57800" y="1371600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2407" y="147620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9788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missing for 40 years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57800" y="19659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builder fast enough to grow with. Growing software organically was never economical: every iteration cost days of human labor, so we planned instead of grew.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57800" y="3063240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407" y="3167847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2025–26: the builder arrived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257800" y="365760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coding agents collapsed the cost of an iteration from days to minutes. Brooks’s growing finally pays. This project is what it looks like when you commit to it completely.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mechanism: iteration cost collapsed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3258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min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loop: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 audit → report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3258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2103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per shipped feature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3258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 min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2103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attention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shipped commit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shape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code → debug, in large expensive blocks. Process exists to avoid wasting iterations.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15468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shape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“Sculpting with clay” — hundreds of small accretions, each behaviorally verified. Correction bandwidth is the only constraint.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make software in 2026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contact with the code decreases left to right. Judgment must not.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627632" cy="306324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517904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24028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write and review every line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504" y="338328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everywhere, throughput limited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12848" y="1371600"/>
            <a:ext cx="1627632" cy="306324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517904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13432" y="224028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Copilot-style: human still edits, reads, approves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13432" y="338328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are contingent; perception unreliable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22776" y="1371600"/>
            <a:ext cx="1627632" cy="306324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5928" y="1517904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23360" y="224028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scan, occasionally hand-edit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023360" y="338328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feel; review burden unresolved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32704" y="1371600"/>
            <a:ext cx="1627632" cy="3063240"/>
          </a:xfrm>
          <a:prstGeom prst="roundRect">
            <a:avLst>
              <a:gd name="adj" fmla="val 39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05856" y="1517904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Chat-only direction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733288" y="224028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never writes or reads code — directs by chat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33288" y="338328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judgment; trust by instrumentation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42632" y="1371600"/>
            <a:ext cx="1627632" cy="306324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15784" y="1517904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Full-auto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43216" y="224028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taste in the loop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43216" y="338328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to the same modal output for everyone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reports from the fourth column — the least-explored point on the spectrum.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chat-only direction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supplies intent, taste, vetoes, and how-to-look corrections. The agent supplies everything else.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53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/ execution split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794760" y="1316736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is epistemic — how to find answers, never the answers. One sentence of domain judgment repeatedly redirected whole investigations.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671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0482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corpus that compounds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794760" y="201168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becomes durable process law the agent reloads each session. Hundreds of unsticks distilled into ~35 rules → fewer future unsticks.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276148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8620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743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replaces code review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794760" y="270662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locks, randomized invariant gauntlets, live play with ground-truth state reads, deploy smokes. Trust by instrument, not inspection.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34564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55701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4381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AI-legible infrastructure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3794760" y="340156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infrastructure-as-code, state as data: every layer reachable through the agent’s only channel — text.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02920" y="415137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25196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4133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steering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3794760" y="409651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Unaided generation returns the mode — the same output for everyone. The director’s off-modal choice-sequence is what makes the product differentiated.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proof: never written, never read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Thornwood — an AI dungeon master (hybrid deterministic/LLM game engine) on serverless AWS, chosen because it resists auto-design: the obvious one-prompt build fails on contact.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099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14,200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12648" y="240487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— game engine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099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3447288" y="240487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— test apparatus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7099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334 / 18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281928" y="240487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/ active days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81528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19125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~84 h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12648" y="388620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human attention (ceiling)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37560" y="3081528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19125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+ 8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3447288" y="388620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+ races, all live-validated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81528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319125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$0.35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6281928" y="3886200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cost, full playthrough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68172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verifiable: the commit histories are public (rkz211/thornwood).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Versus traditional development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381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834640"/>
                <a:gridCol w="3611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Chat-only 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 — 100% of code, tests, docs, deploy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reads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Peers, in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Nobody. Reports and behavior are the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comes from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+ convention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Instrumentation: 572 regression locks, invariant gauntlets, live 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Describes the code (goes stale)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only the non-derivable: lessons, decisions, gotchas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heads; lost with attrition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files; survived a 24-day full stop with zero warm-up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Hours-to-days of human labor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of agent time + seconds of judgment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Versus today’s AI-assisted development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984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7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 slower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open-source maintainers with AI tools on their own mature repos — while believing they were ~20% faster. (METR RCT, 2025)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1272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+56% faster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tool class on a greenfield controlled task. (Peng et al., 2023) The results contradict because the collaboration shape, not the model, is the variable.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2344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keeps the human at the artifact level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3749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diffs, editing, approving — the human is the bottleneck and the safety net at once, and perception of the benefit is demonstrably unreliable.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Chat-only direction exits the artifact level entirely. The human's contact surface is reports and behavior; trust is carried by a verification apparatus, not by scanning code and feeling good about 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different economics: attention per commit measured in minutes, and parallel sessions under one director.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Versus AI-only (full-auto) development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71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“Shaking the static knowledge tree”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unaided model returns the mode of its training distribution — and returns the same mode to everyone who asks.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fruit that falls from shaking has no scarcity value, because anyone can shake.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Full-auto products converge. That is a testable prediction.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624" y="13807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0" y="12984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ship confident, dead features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892040" y="182880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Validate-before-ship caught 7 of 7 character-class signature mechanics broken until tested live — code that compiled, narrated plausibly, and did nothing. Without direction and gates, all seven ship.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31181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3035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has two products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892040" y="356616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buys correctness. Steering buys differentiation — competence lives in the agent, novelty lives in the director’s sequence of off-modal choices.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without reading: verification as instrumentation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04088" y="13716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49" y="1468161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16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572 regression locks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175564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bug fix ships with a lock that re-triggers it; green before every commit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10328" y="13716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889" y="1468161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316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gauntlets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0" y="175564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never-scripted, absurd inputs; content-agnostic invariants prove fixes generalize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2670048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4088" y="285292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49" y="2949489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7980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play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80160" y="323697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plays the product live and reads ground-truth state each turn — output hides state bugs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09160" y="2670048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10328" y="285292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889" y="2949489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27980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smokes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486400" y="323697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→ use → delete on production after every deploy; found a weeks-old bug no gate had seen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4224528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4" name="Text 18"/>
          <p:cNvSpPr/>
          <p:nvPr/>
        </p:nvSpPr>
        <p:spPr>
          <a:xfrm>
            <a:off x="731520" y="422452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ledger: the failures happened — a self-verification blind spot, process drift, a weeks-old UX bug. Every one was caught by an instrument. None would have been caught by vibes.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survives maintenance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session, end to end — total director attention: about six short chat messages.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49047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audit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" y="1883664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audits its own codebase: wiring layer drifted to 733 lines vs its “no logic” contract; 6 findings, mechanism-ranked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65576" y="149047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65576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1444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One-message disposition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65576" y="1883664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“yes / yes / yes / ignore / do / fix — and add a rot-audit rule.” The rule enters the process corpus that hour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0216" y="149047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444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behind the gate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0216" y="1883664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733 → 569 lines, four new single-concern modules, security tightened — corpus green, live-verified locally and in prod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02920" y="3035808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" y="31546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108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catch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936" y="3547872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flags a stale test another agent session left red — one session’s discipline audits another’s work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337560" y="3035808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65576" y="31546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465576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0" y="3108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finds a real bug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65576" y="3547872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smoke exposes a weeks-old defect: every player’s “look around” got a debug dump. Invisible because it looked intentional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72200" y="3035808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0216" y="31546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300216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108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on five words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00216" y="3547872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“That’s an error to fix, go ahead.” Gated, 3 new locks, verified on production within the hour. Next day: new fixes land in the new modules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scouting a road the market is already turning onto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813816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0700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“harness engineering” (Feb 2026)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86200" y="118872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lines, 0% human-written code, 0% human review — but a team of specialists inside the model vendor, with bespoke tooling. Their lessons converge with ours, independently.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075688"/>
            <a:ext cx="813816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3969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goes mainstream (2025–2026)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86200" y="2121408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now prompt without fully understanding the code — but still scan and hand-edit, with trust-by-feel. The open problem is exactly what our verification apparatus answers.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008376"/>
            <a:ext cx="813816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7238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phone-directed workflow got productized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305409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channels to live coding agents shipped as products in 2026. Directing from a phone at 1 AM is no longer exotic — the tooling is chasing the method.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0233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one else has published: the full combination — one generalist, consumer tooling, never wrote AND never read, production system, complete verification record. Each model generation moves every parameter further in the method’s favor.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path leads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2A357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9047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57" y="1583009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role becomes DIRECTOR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80160" y="189280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taste, veto, unsticking — expert judgment relocates to a higher altitude; it does not disappear.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325880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2A3576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49047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577" y="1583009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417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engineering is the core skill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40680" y="189280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nobody reads the code, the craft moves into the instruments that make not-reading safe.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807208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2A3576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3064337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898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scope gets a new budget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80160" y="337413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ambition is nearly free, the question shifts from “can we afford this feature?” to “is it worth any attention at all?”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09160" y="2807208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2A3576"/>
          </a:solidFill>
          <a:ln/>
        </p:spPr>
      </p:sp>
      <p:sp>
        <p:nvSpPr>
          <p:cNvPr id="19" name="Shape 14"/>
          <p:cNvSpPr/>
          <p:nvPr/>
        </p:nvSpPr>
        <p:spPr>
          <a:xfrm>
            <a:off x="4892040" y="2971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577" y="3064337"/>
            <a:ext cx="235549" cy="2355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2898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scarce input is the taste-sequence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440680" y="337413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holds the same tree. Differentiation comes from the judgment encoded in a thousand small directions.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+ full commit histories: github.com/rkz211 — chat-only-direction · thornwood · blast-radius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Chat-Only Direction: A New Kind of Software Development</dc:title>
  <dc:subject>PptxGenJS Presentation</dc:subject>
  <dc:creator>Roark Pinkerton (RKZ)</dc:creator>
  <cp:lastModifiedBy>Roark Pinkerton (RKZ)</cp:lastModifiedBy>
  <cp:revision>1</cp:revision>
  <dcterms:created xsi:type="dcterms:W3CDTF">2026-07-03T22:20:47Z</dcterms:created>
  <dcterms:modified xsi:type="dcterms:W3CDTF">2026-07-03T22:20:47Z</dcterms:modified>
</cp:coreProperties>
</file>